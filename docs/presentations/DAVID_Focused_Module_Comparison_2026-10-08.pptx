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side presents the final behavior as of 8 Oct 2026. When rules changed more than once inside the window, only the final current rule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limited to the seven requested pages/modules. Source is the in-app Change Log for entries dated 18 Sep through 8 Oct 2026 and repository baseline e1dc703 before 18 Sep.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51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• FOCUSED MODULE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1967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before 18 Sep 2026  •  Current: 18 Sep–08 Oct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49640" y="651967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in-app Change Log + Git history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914400"/>
            <a:ext cx="5303520" cy="5303520"/>
          </a:xfrm>
          <a:prstGeom prst="ellipse">
            <a:avLst/>
          </a:prstGeom>
          <a:solidFill>
            <a:srgbClr val="126E5A">
              <a:alpha val="62000"/>
            </a:srgbClr>
          </a:solidFill>
          <a:ln w="12700">
            <a:solidFill>
              <a:srgbClr val="126E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703320"/>
            <a:ext cx="3017520" cy="3017520"/>
          </a:xfrm>
          <a:prstGeom prst="ellipse">
            <a:avLst/>
          </a:prstGeom>
          <a:solidFill>
            <a:srgbClr val="E79A2F">
              <a:alpha val="85000"/>
            </a:srgbClr>
          </a:solidFill>
          <a:ln w="12700">
            <a:solidFill>
              <a:srgbClr val="E79A2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585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E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" y="1307592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Focused Module Comparison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94944" y="2212848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worked before vs. the current high-level process and rules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94944" y="3090672"/>
            <a:ext cx="7333488" cy="1152144"/>
          </a:xfrm>
          <a:prstGeom prst="roundRect">
            <a:avLst>
              <a:gd name="adj" fmla="val 3968"/>
            </a:avLst>
          </a:prstGeom>
          <a:solidFill>
            <a:srgbClr val="163C34"/>
          </a:solidFill>
          <a:ln w="12700">
            <a:solidFill>
              <a:srgbClr val="3A6E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337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E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MODULES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364845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•  Commits  •  Receiving  •  Wastage  •  MEC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Movement  •  Qty / Cost Variance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6089904"/>
            <a:ext cx="8778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period: 18 Sep–08 Oct 2026  |  Previous baseline: latest version before 18 Sep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change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tightened the handoffs from ordering through month-end reporting.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28216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08176" y="16916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673352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no-cutoff ordering; closed periods protected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58368" y="2596896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EFF7F4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52344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08176" y="27157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697480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a prerequisite to receive; permissions are more specific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" y="3621024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76472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9534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08176" y="37398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721608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first; Final Receive All posts and locks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" y="4645152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EFF7F4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194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08176" y="476402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4745736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Product/BOM-driven capture with governed negative stock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90488" y="1572768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728216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470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16916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9640" y="1673352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In-period readiness gate, rejection loop and period close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90488" y="2596896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EFF7F4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752344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8712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0296" y="27157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Movement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9640" y="2697480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Single-unit totals, traceability and explainable variance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90488" y="3621024"/>
            <a:ext cx="53218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776472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89534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0296" y="37398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Qty / Cost Variance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49640" y="3721608"/>
            <a:ext cx="2706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Count-based selection aligned to movement calculations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190488" y="4919472"/>
            <a:ext cx="5321808" cy="1225296"/>
          </a:xfrm>
          <a:prstGeom prst="roundRect">
            <a:avLst>
              <a:gd name="adj" fmla="val 3731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5166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shift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99248" y="507492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loosely connected transaction steps to explicit finalization, period closure and source-level traceability.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rules became more flexible where no cutoff exists—and stricter after month-end closes.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/mass-orders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created orders from ordering templates. Delivery dates depended on configured cutoffs, and late orders could be routed through an exception request.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without a cutoff could still block available delivery dates.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delivery dates started from tomorrow; cutoff-controlled templates followed their schedule.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remained editable until receiving activity began.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still create from templates, but no-cutoff templates are treated as open. Approved orders can move to receiving without waiting for a separate commit.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No-cutoff templates temporarily allow today or up to 60 days back and 59 days ahead; configured cutoffs still apply.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final MEC approval, closed dates cannot be used; affected stores are skipped or refused.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receiving starts, order items can no longer be changed.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flexible ordering, protected closed periods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remains operationally visible, but it is no longer the gate to receiving.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/cs-mass-commits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Commissary users committed approved order quantities before stores could receive them. Edit access was determined by the item category.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waited for the commissary commit.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Goods required its category permission; other categories used the general commit permission.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followed the same category-based access model.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quantities can still be maintained for commissary workflow and reference, while an approved order may already proceed to receiving.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no longer required before receiving.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items use a separate permission; Finished Goods and other items keep category permissions.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commits only lines the user is allowed to edit and skips the rest.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commit is not a receiving prerequisite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now separates recording quantities from posting them to stock.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/orders-receiving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order waited for commit. Confirm Receive was the stock-posting event; proof could be checked late, and delivered-but-unordered items could not be recorded.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receiving until the commissary committed the order.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posted received quantities to stock.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standard Add Unlisted Item process.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control could be bypassed by editing lines individually.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opens on the Delivery Date. Users record/review quantities, may optionally confirm them, then use Final Receive All to post stock and lock the delivery.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orders are receivable without a commit, but never before the Delivery Date.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+ image are required when anything arrived; all-zero deliveries use Zero All without evidence.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Final Receive All posts and locks; before it, corrections and supplier-listed unlisted items remain possible.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record → review → finalize → lock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entry now starts from the product recipe and ends against the correct raw-material stock.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/wastage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searched SAP items directly and added ingredients one by one. Sub-Prep was not handled as its own wastage line, and insufficient stock blocked approval.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used SAP Item Code or Item Description.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out-of-stock item could still be added during entry.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stopped when stock was insufficient.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Sub-Prep costing and deduction flow existed.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by POS product, see its BOM ingredients, Add all available ingredients, or record a Sub-Prep in its own UOM. Final approval deducts the raw materials.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results are visible but cannot be added; product search can add available BOM ingredients.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Sub-Prep cost comes from Supplier Items—not SRP—and BOM Qty drives raw-material deductions.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stock needs the setting plus approver confirmation; Scrap deducts no stock.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MEC-approved date cannot be used for new wastage.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product-aware entry with controlled approval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End Count (MEC)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now gates readiness before upload and closes the period after final approval.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END COUNT (MEC)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/month-end-count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could be withheld for unfinished work, but the store could still upload. Current SOH could become stale, and an incorrect count had limited return/re-upload handling.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was not consistently blocked by pending deliveries or wastage.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adjustment could compare the count with the old template snapshot.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could request a late-upload exception from the count page.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mainly advanced the count; rejection paths were limited.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the counted period, allows download/upload only after unfinished work is cleared, supports rejection and replacement, then closes dates after Level 2 approval.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unfinished work from the 1st through the MEC Schedule Date blocks download and upload.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SOH and the Level 2 adjustment use stock history / the movement model.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approval level may reject and reopen upload; final Level 2 approval closes the period.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use four decimals, including very small loose quantities.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readiness gate → approval loop → period close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Movement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evolved from aggregated totals into a traceable movement and variance view.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MOVEMENT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/reports/inventory-movement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summarized movements, but sales could land on the upload date, multi-unit items could be duplicated, and users had limited export or transaction trace-back.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followed file upload timing rather than the POS sale date.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UOM rows could mix or double quantities.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and supplies usage were not explicitly shown.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Excel export or source-transaction drill-down.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shows one row per item in its SAP base unit, aligns the movement formula, and lets users drill from totals to source transactions and export them.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 the POS sale date; all convertible quantities use the SAP base unit.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SOH follows the full movement formula, including interco and Supplies Used.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MEC − Theoretical SOH; a reasoned report Adjustment explains but does not change stock.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transactions, Excel/PDF exports and four-decimal display support review.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aligned totals with source-level evidence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Qty Variance / Cost Variance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now follows the selected approved count and the same logic as Inventory Movement.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59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VARIANCE / COST VARIANCE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59152" y="1444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/reports/qty-variance-cost-variance-report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84832"/>
            <a:ext cx="384048" cy="384048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— before 18 Sep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5528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entered free From/To dates. The report rebuilt expected stock from transactions, and unit/cost mismatches could make quantity and value variances disagree with other reports.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range could match no count or the wrong count.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inventory was reconstructed separately from the stock ledger.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counted in multiple units could be combined incorrectly.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cost could be applied to a different UOM than the report displayed.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45352" y="1874520"/>
            <a:ext cx="5376672" cy="4325112"/>
          </a:xfrm>
          <a:prstGeom prst="roundRect">
            <a:avLst>
              <a:gd name="adj" fmla="val 126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384048" cy="38404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— from 18 Sep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3952" y="2660904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3108960"/>
            <a:ext cx="4919472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select one MEC Scheduled Date. The report reads the corresponding approved count and uses the Inventory Movement calculation for quantities and base-unit costs.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4553712"/>
            <a:ext cx="137160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6222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965192"/>
            <a:ext cx="4919472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Level 2 counts can be selected; one MEC Scheduled Date is shown at a time.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= Actual MEC; Theoretical = Theoretical SOH; Qty Variance = Actual − Theoretical.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UOM is the SAP base unit and supplier price is converted to that unit.</a:t>
            </a:r>
            <a:endParaRPr lang="en-US" sz="1130" dirty="0"/>
          </a:p>
          <a:p>
            <a:pPr marL="165100" indent="-165100">
              <a:buSzPct val="100000"/>
              <a:buChar char="•"/>
            </a:pPr>
            <a:r>
              <a:rPr lang="en-US" sz="1130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 uses the aligned quantities and base-unit cost.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160520" y="5925312"/>
            <a:ext cx="3886200" cy="310896"/>
          </a:xfrm>
          <a:prstGeom prst="roundRect">
            <a:avLst>
              <a:gd name="adj" fmla="val 8824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601218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shift: one approved count, one reconciled calculation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end-to-end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modules now operate as one controlled inventory cycle.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993392"/>
            <a:ext cx="320040" cy="32004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date rules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938528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1408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E7F0F7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1993392"/>
            <a:ext cx="320040" cy="320040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9424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31136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for receiving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557016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1993392"/>
            <a:ext cx="320040" cy="32004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67912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9624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posts stock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175504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E7F0F7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993392"/>
            <a:ext cx="320040" cy="320040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68112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BOM-based deduction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793992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76872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1993392"/>
            <a:ext cx="320040" cy="32004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04888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approve, close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412480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E7F0F7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3376" y="1993392"/>
            <a:ext cx="320040" cy="320040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23376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23376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05088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total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0030968" y="2295144"/>
            <a:ext cx="164592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13848" y="1847088"/>
            <a:ext cx="1408176" cy="1207008"/>
          </a:xfrm>
          <a:prstGeom prst="roundRect">
            <a:avLst>
              <a:gd name="adj" fmla="val 3788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41864" y="1993392"/>
            <a:ext cx="320040" cy="32004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41864" y="20802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41864" y="240487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323576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approved count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85800" y="3703320"/>
            <a:ext cx="5285232" cy="1600200"/>
          </a:xfrm>
          <a:prstGeom prst="roundRect">
            <a:avLst>
              <a:gd name="adj" fmla="val 3429"/>
            </a:avLst>
          </a:prstGeom>
          <a:solidFill>
            <a:srgbClr val="FBE7E2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5256" y="3931920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" y="4000500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5256" y="44439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were functional but more dependent on separate commits, snapshot values, manual item knowledge and report reconciliation.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3703320"/>
            <a:ext cx="5285232" cy="1600200"/>
          </a:xfrm>
          <a:prstGeom prst="roundRect">
            <a:avLst>
              <a:gd name="adj" fmla="val 3429"/>
            </a:avLst>
          </a:prstGeom>
          <a:solidFill>
            <a:srgbClr val="DDF2EC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9088" y="3931920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4000500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19088" y="44439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 and period boundaries are explicit; stock, count and variance reports share the same unit and movement logic.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066544" y="5742432"/>
            <a:ext cx="8028432" cy="475488"/>
          </a:xfrm>
          <a:prstGeom prst="roundRect">
            <a:avLst>
              <a:gd name="adj" fmla="val 7692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31720" y="5897880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takeaway: the release makes stock recognition, month-end closure and variance accountability explicit.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DAVID — Focused Module Comparison</dc:title>
  <dc:subject>DAVID focused module comparison</dc:subject>
  <dc:creator>TAS / Hermes Agent</dc:creator>
  <cp:lastModifiedBy>TAS / Hermes Agent</cp:lastModifiedBy>
  <cp:revision>1</cp:revision>
  <dcterms:created xsi:type="dcterms:W3CDTF">2026-10-09T02:17:07Z</dcterms:created>
  <dcterms:modified xsi:type="dcterms:W3CDTF">2026-10-09T02:17:07Z</dcterms:modified>
</cp:coreProperties>
</file>