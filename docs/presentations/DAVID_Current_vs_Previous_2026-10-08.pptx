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current window includes every user-visible change dated 18 Sep 2026 through 8 Oct 2026. Previous baseline is the latest repository commit before 18 Sep 2026: e1dc703 (15 Sep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were parsed from resources/js/Pages/ChangeLog/entries.js for dates &gt;= 2026-09-18. Git range: e1dc703..7e2439b. The 82 entries comprise 26 New Release, 53 Enhancements and 3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17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• VERSION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829800" y="65196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08 Oct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in-app Change Log + Git history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126E5A">
              <a:alpha val="62000"/>
            </a:srgbClr>
          </a:solidFill>
          <a:ln w="12700">
            <a:solidFill>
              <a:srgbClr val="126E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383280"/>
            <a:ext cx="3474720" cy="3474720"/>
          </a:xfrm>
          <a:prstGeom prst="ellipse">
            <a:avLst/>
          </a:prstGeom>
          <a:solidFill>
            <a:srgbClr val="E79A2F">
              <a:alpha val="82000"/>
            </a:srgbClr>
          </a:solidFill>
          <a:ln w="12700">
            <a:solidFill>
              <a:srgbClr val="E79A2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94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E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vs Previous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176272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business-rule comparison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3127248"/>
            <a:ext cx="6355080" cy="1078992"/>
          </a:xfrm>
          <a:prstGeom prst="roundRect">
            <a:avLst>
              <a:gd name="adj" fmla="val 4237"/>
            </a:avLst>
          </a:prstGeom>
          <a:solidFill>
            <a:srgbClr val="163C34">
              <a:alpha val="95000"/>
            </a:srgbClr>
          </a:solidFill>
          <a:ln w="12700">
            <a:solidFill>
              <a:srgbClr val="3A6E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374136"/>
            <a:ext cx="1572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9E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WINDOW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Sep–08 Oct 2026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13048" y="3593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3374136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FFD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18 SEP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90288" y="365760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baseline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0624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application’s user-facing Change Log and repository history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— and how this comparison was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product/process comparison, not a code-change inventory.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703320" cy="4407408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09928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739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16736" y="171907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boundary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276856"/>
            <a:ext cx="3264408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repository state before 18 Sep 2026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user-visible changes dated 18 Sep–08 Oct 2026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18 Sep” is included in Current; “18 Sep backwards” is represented by the pre-18 Sep baseline.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800600" y="1792224"/>
            <a:ext cx="960120" cy="960120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933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480560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user-visible entries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792224"/>
            <a:ext cx="960120" cy="960120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9933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217920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1792224"/>
            <a:ext cx="960120" cy="960120"/>
          </a:xfrm>
          <a:prstGeom prst="ellipse">
            <a:avLst/>
          </a:prstGeom>
          <a:solidFill>
            <a:srgbClr val="2D8D75"/>
          </a:solidFill>
          <a:ln w="12700">
            <a:solidFill>
              <a:srgbClr val="2D8D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9933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55280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12680" y="1792224"/>
            <a:ext cx="960120" cy="960120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19933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692640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items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337560"/>
            <a:ext cx="6976872" cy="2578608"/>
          </a:xfrm>
          <a:prstGeom prst="roundRect">
            <a:avLst>
              <a:gd name="adj" fmla="val 2837"/>
            </a:avLst>
          </a:prstGeom>
          <a:solidFill>
            <a:srgbClr val="EFF7F4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547872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change concentrated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4059936"/>
            <a:ext cx="651967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End Count · 11 entries     Inventory Movement Report · 11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Orders / Receiving · 13 combined     Wastage · 9+ across record, approval and reporting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repository range: 65 commits across 309 changed files. The deck consolidates related entries into business outcomes so the presentation remains usable.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presentation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section as your main story; keep the others as backup.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246120" cy="4315968"/>
          </a:xfrm>
          <a:prstGeom prst="roundRect">
            <a:avLst>
              <a:gd name="adj" fmla="val 1690"/>
            </a:avLst>
          </a:prstGeom>
          <a:solidFill>
            <a:srgbClr val="DDF2EC"/>
          </a:solidFill>
          <a:ln w="12700">
            <a:solidFill>
              <a:srgbClr val="DDF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819656"/>
            <a:ext cx="658368" cy="65836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84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" y="2697480"/>
            <a:ext cx="2761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outcome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2104" y="3419856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347472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92808" y="341985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4–5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4005072"/>
            <a:ext cx="2761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leadership.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why the release matters, the five outcomes, and the headline before/now comparison.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33088" y="1572768"/>
            <a:ext cx="3246120" cy="4315968"/>
          </a:xfrm>
          <a:prstGeom prst="roundRect">
            <a:avLst>
              <a:gd name="adj" fmla="val 169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819656"/>
            <a:ext cx="658368" cy="658368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984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70832" y="2697480"/>
            <a:ext cx="2761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process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70832" y="3419856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347472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31536" y="341985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70832" y="4005072"/>
            <a:ext cx="2761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stores and operations.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how receiving, month-end close and wastage now flow—and where the hard gates are.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71816" y="1572768"/>
            <a:ext cx="3246120" cy="4315968"/>
          </a:xfrm>
          <a:prstGeom prst="roundRect">
            <a:avLst>
              <a:gd name="adj" fmla="val 1690"/>
            </a:avLst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1819656"/>
            <a:ext cx="658368" cy="658368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984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909560" y="2697480"/>
            <a:ext cx="2761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finance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909560" y="3419856"/>
            <a:ext cx="941832" cy="310896"/>
          </a:xfrm>
          <a:prstGeom prst="roundRect">
            <a:avLst>
              <a:gd name="adj" fmla="val 23529"/>
            </a:avLst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347472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70264" y="341985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9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11–14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09560" y="4005072"/>
            <a:ext cx="2761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finance, audit and system owners.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traceability, reconciled units, approval controls, automation and governance.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70432" y="61081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lead with A, use B to train the process, and keep C for questions on controls and numbers.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The release moved DAVID from recording to controlled closure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business outcomes summarize the current version.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outcome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2 • leadership summary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47672"/>
            <a:ext cx="475488" cy="47548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665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posts at a deliberate final step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96128" y="1911096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quantities can be reviewed first; only Final Receive All moves stock and locks the delivery.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1371600" y="2569464"/>
            <a:ext cx="9912096" cy="0"/>
          </a:xfrm>
          <a:prstGeom prst="line">
            <a:avLst/>
          </a:prstGeom>
          <a:noFill/>
          <a:ln w="8890">
            <a:solidFill>
              <a:srgbClr val="CAD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788920"/>
            <a:ext cx="475488" cy="475488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7614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Month-end becomes a hard boundary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96128" y="2752344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 in-period work blocks the count; final approval closes past transaction dates.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371600" y="3410712"/>
            <a:ext cx="9912096" cy="0"/>
          </a:xfrm>
          <a:prstGeom prst="line">
            <a:avLst/>
          </a:prstGeom>
          <a:noFill/>
          <a:ln w="8890">
            <a:solidFill>
              <a:srgbClr val="CA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630168"/>
            <a:ext cx="475488" cy="47548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749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6027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becomes explainable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96128" y="3593592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align to one movement model, offer source drill-down, and separate explanation from stock correction.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371600" y="4251960"/>
            <a:ext cx="9912096" cy="0"/>
          </a:xfrm>
          <a:prstGeom prst="line">
            <a:avLst/>
          </a:prstGeom>
          <a:noFill/>
          <a:ln w="8890">
            <a:solidFill>
              <a:srgbClr val="CA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71416"/>
            <a:ext cx="475488" cy="475488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5902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4439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Wastage follows the recipe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96128" y="4434840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can be found by POS code; Sub-Prep wastage deducts and reports against raw materials.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1371600" y="5093208"/>
            <a:ext cx="9912096" cy="0"/>
          </a:xfrm>
          <a:prstGeom prst="line">
            <a:avLst/>
          </a:prstGeom>
          <a:noFill/>
          <a:ln w="8890">
            <a:solidFill>
              <a:srgbClr val="CA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312664"/>
            <a:ext cx="475488" cy="475488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4315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5285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and controls are more automatic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96128" y="5276088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sales post and deduct stock automatically; master data and approval decisions are more tightly validated.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713232" y="6144768"/>
            <a:ext cx="10588752" cy="246888"/>
          </a:xfrm>
          <a:prstGeom prst="roundRect">
            <a:avLst>
              <a:gd name="adj" fmla="val 11111"/>
            </a:avLst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6199632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65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the current version makes the point of stock recognition, period close and variance accountability explicit.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Headline before/now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material differences for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outcome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2 • comparison matrix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57984" y="1847088"/>
            <a:ext cx="4315968" cy="502920"/>
          </a:xfrm>
          <a:prstGeom prst="roundRect">
            <a:avLst>
              <a:gd name="adj" fmla="val 10909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7510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— before 18 Sep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59168" y="1847088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7184" y="1975104"/>
            <a:ext cx="4270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18 Sep to 08 Oct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" y="256032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57984" y="2487168"/>
            <a:ext cx="4315968" cy="658368"/>
          </a:xfrm>
          <a:prstGeom prst="roundRect">
            <a:avLst>
              <a:gd name="adj" fmla="val 5556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578608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Commit/confirm steps could post stock; corrections were time-limited and “no delivery” required line-by-line handling.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01968" y="2688336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2487168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2578608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from the Delivery Date; review quantities; Final Receive All alone posts and locks; Zero All handles unserved deliveries.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" y="331927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57984" y="3246120"/>
            <a:ext cx="4315968" cy="658368"/>
          </a:xfrm>
          <a:prstGeom prst="roundRect">
            <a:avLst>
              <a:gd name="adj" fmla="val 5556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3337560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could proceed with weaker transaction-period alignment; rejection and reopening were limited.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01968" y="3447288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9168" y="3246120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333756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in-period unfinished work blocks; both approval levels can return a count; final approval closes historical dates.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3504" y="4078224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57984" y="4005072"/>
            <a:ext cx="4315968" cy="658368"/>
          </a:xfrm>
          <a:prstGeom prst="roundRect">
            <a:avLst>
              <a:gd name="adj" fmla="val 5556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4096512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were harder to reconcile across units and source transactions; variance explanation was off-report.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01968" y="4206240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59168" y="4005072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42048" y="4096512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base-unit movement model; drill-down and Excel detail; Adjustment explains variance while SOH Adjustment changes stock.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3504" y="4837176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57984" y="4764024"/>
            <a:ext cx="4315968" cy="658368"/>
          </a:xfrm>
          <a:prstGeom prst="roundRect">
            <a:avLst>
              <a:gd name="adj" fmla="val 5556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4855464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centered on SAP items; Sub-Preps were not handled end-to-end; shortages blocked approval.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01968" y="4965192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9168" y="4764024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4855464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product/BOM; Sub-Preps deduct raw materials; a governed setting can allow negative stock after confirmation.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3504" y="559612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57984" y="5522976"/>
            <a:ext cx="4315968" cy="658368"/>
          </a:xfrm>
          <a:prstGeom prst="roundRect">
            <a:avLst>
              <a:gd name="adj" fmla="val 5556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5614416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posting and deductions depended on uploads/manual flow; more master data required files.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01968" y="5724144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9168" y="5522976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42048" y="5614416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POS arrivals post sales and stock automatically; single-item master/BOM maintenance is available with validation.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Previous operating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18 Sep: the system captured transactions, but closure points were less explicit.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5 • previous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6072" y="2057400"/>
            <a:ext cx="18562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31136"/>
            <a:ext cx="347472" cy="347472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134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20370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/ commit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49631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and commitment prepared the delivery.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71216" y="2057400"/>
            <a:ext cx="18562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8376" y="2231136"/>
            <a:ext cx="347472" cy="347472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23134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38144" y="220370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8144" y="249631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could be the stock-posting event.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66360" y="2057400"/>
            <a:ext cx="18562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231136"/>
            <a:ext cx="347472" cy="347472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3134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33288" y="220370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33288" y="249631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wastage and transfers changed stock.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61504" y="2057400"/>
            <a:ext cx="18562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98664" y="2231136"/>
            <a:ext cx="347472" cy="347472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23134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28432" y="220370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28432" y="249631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compared physical and system balances.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756648" y="2057400"/>
            <a:ext cx="18562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3808" y="2231136"/>
            <a:ext cx="347472" cy="347472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93808" y="23134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23576" y="220370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23576" y="249631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showed totals; trace-back was limited.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78024" y="2377440"/>
            <a:ext cx="347472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2377440"/>
            <a:ext cx="347472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68312" y="2377440"/>
            <a:ext cx="347472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63456" y="2377440"/>
            <a:ext cx="347472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3685032"/>
            <a:ext cx="3401568" cy="1664208"/>
          </a:xfrm>
          <a:prstGeom prst="roundRect">
            <a:avLst>
              <a:gd name="adj" fmla="val 4396"/>
            </a:avLst>
          </a:prstGeom>
          <a:solidFill>
            <a:srgbClr val="FBE7E2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59536" y="3886200"/>
            <a:ext cx="420624" cy="420624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9502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08176" y="389534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friction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7824" y="4453128"/>
            <a:ext cx="29626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could be closed by elapsed time rather than a deliberate final action. “Did not arrive” handling was repetitive.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89120" y="3685032"/>
            <a:ext cx="3401568" cy="1664208"/>
          </a:xfrm>
          <a:prstGeom prst="roundRect">
            <a:avLst>
              <a:gd name="adj" fmla="val 4396"/>
            </a:avLst>
          </a:prstGeom>
          <a:solidFill>
            <a:srgbClr val="FBE7E2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90288" y="3886200"/>
            <a:ext cx="420624" cy="420624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0288" y="39502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38928" y="389534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risk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608576" y="4453128"/>
            <a:ext cx="29626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or unfinished transactions could interfere with a count; approved periods were not uniformly closed to back-dated work.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119872" y="3685032"/>
            <a:ext cx="3401568" cy="1664208"/>
          </a:xfrm>
          <a:prstGeom prst="roundRect">
            <a:avLst>
              <a:gd name="adj" fmla="val 4396"/>
            </a:avLst>
          </a:prstGeom>
          <a:solidFill>
            <a:srgbClr val="FBE7E2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21040" y="3886200"/>
            <a:ext cx="420624" cy="420624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39502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869680" y="389534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 gap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39328" y="4453128"/>
            <a:ext cx="29626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units and source dates could produce mismatches, while totals had limited drill-through to evidence.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does not mean “no controls.” It means key controls existed in separate steps and were less visible end-to-end.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Current operating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every inventory cycle has an explicit gate, owner and audit trail.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 • current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" y="1901952"/>
            <a:ext cx="1828800" cy="932688"/>
          </a:xfrm>
          <a:prstGeom prst="roundRect">
            <a:avLst>
              <a:gd name="adj" fmla="val 4902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2075688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157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42416" y="204825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2416" y="234086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master data, template rules and approval.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06624" y="1901952"/>
            <a:ext cx="1828800" cy="932688"/>
          </a:xfrm>
          <a:prstGeom prst="roundRect">
            <a:avLst>
              <a:gd name="adj" fmla="val 4902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43784" y="2075688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3784" y="2157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73552" y="204825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73552" y="234086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and evidence are captured; no stock yet.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901952"/>
            <a:ext cx="1828800" cy="932688"/>
          </a:xfrm>
          <a:prstGeom prst="roundRect">
            <a:avLst>
              <a:gd name="adj" fmla="val 4902"/>
            </a:avLst>
          </a:prstGeom>
          <a:solidFill>
            <a:srgbClr val="FFF0D8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075688"/>
            <a:ext cx="347472" cy="347472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157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204825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234086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Receive All is the stock-posting gate.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68896" y="1901952"/>
            <a:ext cx="1828800" cy="932688"/>
          </a:xfrm>
          <a:prstGeom prst="roundRect">
            <a:avLst>
              <a:gd name="adj" fmla="val 4902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6056" y="2075688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2157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35824" y="204825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35824" y="234086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waits for in-period work, then closes dates.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00032" y="1901952"/>
            <a:ext cx="1828800" cy="932688"/>
          </a:xfrm>
          <a:prstGeom prst="roundRect">
            <a:avLst>
              <a:gd name="adj" fmla="val 4902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075688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7192" y="2157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966960" y="204825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0" y="234086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Drill-down, reasons, exports and aligned units.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40864" y="2212848"/>
            <a:ext cx="274320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212848"/>
            <a:ext cx="274320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03136" y="2212848"/>
            <a:ext cx="274320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34272" y="2212848"/>
            <a:ext cx="274320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3401568"/>
            <a:ext cx="109362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" y="3675888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37307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9536" y="40965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date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59536" y="4425696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actions open on or after the scheduled Delivery Date (Philippine time).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566160" y="3675888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37307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566160" y="40965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/ zero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566160" y="4425696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+ image are required when anything arrived; all-zero deliveries are the exception.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272784" y="3675888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37307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72784" y="40965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Finalization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72784" y="4425696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Final Receive All moves stock; afterwards item changes are refused.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979408" y="3675888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52560" y="37307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979408" y="40965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close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979408" y="4425696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Level 2 MEC approval closes dates through the counted period’s schedule date.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3273552" y="58155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principle: record → review → finalize → lock → explain.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Receiving: the stock-posting moment is now unambiguous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Orders and Interco Receiving share the same finalization pattern.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 • receiving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3090672" cy="502920"/>
          </a:xfrm>
          <a:prstGeom prst="roundRect">
            <a:avLst>
              <a:gd name="adj" fmla="val 10909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842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856232"/>
            <a:ext cx="7424928" cy="502920"/>
          </a:xfrm>
          <a:prstGeom prst="roundRect">
            <a:avLst>
              <a:gd name="adj" fmla="val 1090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1984248"/>
            <a:ext cx="7168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3090672" cy="3328416"/>
          </a:xfrm>
          <a:prstGeom prst="roundRect">
            <a:avLst>
              <a:gd name="adj" fmla="val 2367"/>
            </a:avLst>
          </a:prstGeom>
          <a:solidFill>
            <a:srgbClr val="FBE7E2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70662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behavior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218688"/>
            <a:ext cx="263347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Confirmation could post quantities to stock.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Corrections and Add Unlisted Item were constrained by a 3-day window.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No-delivery cases required opening lines individually.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did not clearly separate “recorded” from “in stock.”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487168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660904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7432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263347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1728" y="2926080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stay hidden before Delivery Date.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43800" y="2487168"/>
            <a:ext cx="3995928" cy="932688"/>
          </a:xfrm>
          <a:prstGeom prst="roundRect">
            <a:avLst>
              <a:gd name="adj" fmla="val 4902"/>
            </a:avLst>
          </a:prstGeom>
          <a:solidFill>
            <a:srgbClr val="EFF7F4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2660904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7432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10728" y="26334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10728" y="2926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date controls opening.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0" y="3337560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511296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59359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81728" y="3483864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3776472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receipt/image and record quantities.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43800" y="3337560"/>
            <a:ext cx="3995928" cy="932688"/>
          </a:xfrm>
          <a:prstGeom prst="roundRect">
            <a:avLst>
              <a:gd name="adj" fmla="val 4902"/>
            </a:avLst>
          </a:prstGeom>
          <a:solidFill>
            <a:srgbClr val="EFF7F4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3511296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59359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10728" y="34838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10728" y="37764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Waived only when all quantities are 0.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0" y="4187952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4361688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4334256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(optional)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81728" y="4626864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quantities; stock remains unchanged.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43800" y="4187952"/>
            <a:ext cx="3995928" cy="932688"/>
          </a:xfrm>
          <a:prstGeom prst="roundRect">
            <a:avLst>
              <a:gd name="adj" fmla="val 4902"/>
            </a:avLst>
          </a:prstGeom>
          <a:solidFill>
            <a:srgbClr val="EFF7F4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61688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444398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10728" y="43342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10728" y="46268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Editable; shown as not yet in SOH.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0" y="5038344"/>
            <a:ext cx="3200400" cy="932688"/>
          </a:xfrm>
          <a:prstGeom prst="roundRect">
            <a:avLst>
              <a:gd name="adj" fmla="val 4902"/>
            </a:avLst>
          </a:prstGeom>
          <a:solidFill>
            <a:srgbClr val="FFF0D8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1960" y="5212080"/>
            <a:ext cx="347472" cy="347472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0" y="52943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81728" y="518464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81728" y="5477256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stock, timestamps user, locks items.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43800" y="5038344"/>
            <a:ext cx="3995928" cy="932688"/>
          </a:xfrm>
          <a:prstGeom prst="roundRect">
            <a:avLst>
              <a:gd name="adj" fmla="val 4902"/>
            </a:avLst>
          </a:prstGeom>
          <a:solidFill>
            <a:srgbClr val="EFF7F4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80960" y="5212080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52943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10728" y="5184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10728" y="54772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MEC now see the posted stock.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14800" y="5971032"/>
            <a:ext cx="7424928" cy="329184"/>
          </a:xfrm>
          <a:prstGeom prst="roundRect">
            <a:avLst>
              <a:gd name="adj" fmla="val 8333"/>
            </a:avLst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79392" y="6053328"/>
            <a:ext cx="7095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835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All → marks unserved, needs no evidence while all lines remain 0, but still requires Final Receive All to close.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Month End Count: reconcile the period, approve, then close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now controls both readiness and what dates remain editable afterward.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 • month 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16276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12264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9848" y="208483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period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37744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of month → MEC Schedule 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39696" y="2258568"/>
            <a:ext cx="201168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4016" y="1938528"/>
            <a:ext cx="16276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1176" y="2112264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51176" y="21945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80944" y="208483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80944" y="237744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interco, wastage, prior MEC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50792" y="2258568"/>
            <a:ext cx="201168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25112" y="1938528"/>
            <a:ext cx="16276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2272" y="2112264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21945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08483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37744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SOH from movement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61888" y="2258568"/>
            <a:ext cx="201168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1938528"/>
            <a:ext cx="16276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2112264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21945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03136" y="208483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03136" y="237744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4-decimal quantities; tiny loose qty safe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72984" y="2258568"/>
            <a:ext cx="201168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1938528"/>
            <a:ext cx="1627632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2112264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84464" y="21945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14232" y="208483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14232" y="237744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→ Level 2; either may reject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784080" y="2258568"/>
            <a:ext cx="201168" cy="292608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0" y="1938528"/>
            <a:ext cx="1627632" cy="932688"/>
          </a:xfrm>
          <a:prstGeom prst="roundRect">
            <a:avLst>
              <a:gd name="adj" fmla="val 4902"/>
            </a:avLst>
          </a:prstGeom>
          <a:solidFill>
            <a:srgbClr val="FFF0D8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95560" y="2112264"/>
            <a:ext cx="347472" cy="347472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95560" y="21945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25328" y="208483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dates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625328" y="237744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locks historical dates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" y="3401568"/>
            <a:ext cx="3401568" cy="2130552"/>
          </a:xfrm>
          <a:prstGeom prst="roundRect">
            <a:avLst>
              <a:gd name="adj" fmla="val 3433"/>
            </a:avLst>
          </a:prstGeom>
          <a:solidFill>
            <a:srgbClr val="FBE7E2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3602736"/>
            <a:ext cx="420624" cy="420624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36667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371600" y="36118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hold the count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1248" y="4169664"/>
            <a:ext cx="296265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unfinished work inside the counted period: unreceived orders, receipts waiting for finalization, incoming interco, unapproved wastage, or the prior count.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379976" y="3401568"/>
            <a:ext cx="3401568" cy="2130552"/>
          </a:xfrm>
          <a:prstGeom prst="roundRect">
            <a:avLst>
              <a:gd name="adj" fmla="val 3433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81144" y="3602736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81144" y="36667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29784" y="36118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 longer blocks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99432" y="4169664"/>
            <a:ext cx="296265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after the MEC Schedule Date. The template Current SOH and the variance report use the same period boundary.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138160" y="3401568"/>
            <a:ext cx="3401568" cy="2130552"/>
          </a:xfrm>
          <a:prstGeom prst="roundRect">
            <a:avLst>
              <a:gd name="adj" fmla="val 3433"/>
            </a:avLst>
          </a:prstGeom>
          <a:solidFill>
            <a:srgbClr val="FFF0D8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339328" y="3602736"/>
            <a:ext cx="420624" cy="420624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9328" y="36667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887968" y="36118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final approval changes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57616" y="4169664"/>
            <a:ext cx="296265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through the schedule boundary close per store for ordering, wastage and manually encoded sales; POS/import sales remain governed separately.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2331720" y="587959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5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distinction: rejection reopens the count; final approval closes the period.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Wastage: start with the product, end with the raw material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now follows the BOM and makes negative-stock decisions explicit.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process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 • wastage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47088"/>
            <a:ext cx="3154680" cy="502920"/>
          </a:xfrm>
          <a:prstGeom prst="roundRect">
            <a:avLst>
              <a:gd name="adj" fmla="val 10909"/>
            </a:avLst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75104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51376" y="1847088"/>
            <a:ext cx="7406640" cy="502920"/>
          </a:xfrm>
          <a:prstGeom prst="roundRect">
            <a:avLst>
              <a:gd name="adj" fmla="val 1090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975104"/>
            <a:ext cx="715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2487168"/>
            <a:ext cx="3154680" cy="3493008"/>
          </a:xfrm>
          <a:prstGeom prst="roundRect">
            <a:avLst>
              <a:gd name="adj" fmla="val 2319"/>
            </a:avLst>
          </a:prstGeom>
          <a:solidFill>
            <a:srgbClr val="FBE7E2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2697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Item-by-item recording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0392" y="3209544"/>
            <a:ext cx="2697480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was by SAP item code/description.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product’s ingredients had to be known and added separately.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Sub-Prep was not a first-class wastage line.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Insufficient stock blocked approval.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51376" y="2487168"/>
            <a:ext cx="3383280" cy="932688"/>
          </a:xfrm>
          <a:prstGeom prst="roundRect">
            <a:avLst>
              <a:gd name="adj" fmla="val 4902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8536" y="2660904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27432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18304" y="263347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92608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code/name returns its BOM ingredients.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18120" y="2487168"/>
            <a:ext cx="3739896" cy="932688"/>
          </a:xfrm>
          <a:prstGeom prst="roundRect">
            <a:avLst>
              <a:gd name="adj" fmla="val 4902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2660904"/>
            <a:ext cx="347472" cy="347472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74320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85048" y="26334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in stock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85048" y="292608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lines stay visible but cannot be added.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51376" y="3657600"/>
            <a:ext cx="3383280" cy="932688"/>
          </a:xfrm>
          <a:prstGeom prst="roundRect">
            <a:avLst>
              <a:gd name="adj" fmla="val 4902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8536" y="3831336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8536" y="39136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18304" y="3803904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Sub-Prep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8304" y="4096512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Sub-Prep may be entered in its own UOM.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18120" y="3657600"/>
            <a:ext cx="3739896" cy="932688"/>
          </a:xfrm>
          <a:prstGeom prst="roundRect">
            <a:avLst>
              <a:gd name="adj" fmla="val 4902"/>
            </a:avLst>
          </a:prstGeom>
          <a:solidFill>
            <a:srgbClr val="FFF0D8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3831336"/>
            <a:ext cx="347472" cy="347472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39136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380390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 rule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85048" y="4096512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or allow negative stock after explicit confirmation.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51376" y="4828032"/>
            <a:ext cx="74066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CA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88536" y="5001768"/>
            <a:ext cx="347472" cy="347472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88536" y="508406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4974336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&amp; report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18304" y="5266944"/>
            <a:ext cx="6702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charges raw materials using BOM Qty × quantity.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07408" y="5989320"/>
            <a:ext cx="691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Sub-Prep cost comes from Supplier Items for its unit—not from SRP. Scrap still deducts no stock.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Reporting shifted from totals to traceable explanations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movement model now supports review, export and follow-up.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finance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4 • reports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" y="1865376"/>
            <a:ext cx="2560320" cy="4005072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075688"/>
            <a:ext cx="502920" cy="502920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128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2184" y="211226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852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unit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3557016"/>
            <a:ext cx="2148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item in its SAP base unit. Sales use the sale date; quantities and costs convert to the same unit.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3410712" y="1865376"/>
            <a:ext cx="2560320" cy="4005072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075688"/>
            <a:ext cx="502920" cy="502920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2128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9392" y="211226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1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2852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drill-down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3557016"/>
            <a:ext cx="2148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movement figures open their transactions. Ref No. links return to the source; the complete list exports to Excel.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17920" y="1865376"/>
            <a:ext cx="2560320" cy="4005072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2075688"/>
            <a:ext cx="502920" cy="502920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2128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211226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9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19088" y="2852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workflow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19088" y="3557016"/>
            <a:ext cx="2148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Actual MEC − Theoretical SOH. Adjustment + required reason produces Final Variance without changing stock.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9025128" y="1865376"/>
            <a:ext cx="2560320" cy="4005072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26296" y="2075688"/>
            <a:ext cx="502920" cy="502920"/>
          </a:xfrm>
          <a:prstGeom prst="ellipse">
            <a:avLst/>
          </a:prstGeom>
          <a:solidFill>
            <a:srgbClr val="C65A46"/>
          </a:solidFill>
          <a:ln w="12700">
            <a:solidFill>
              <a:srgbClr val="C65A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2128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93808" y="211226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26296" y="28529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stock action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26296" y="3557016"/>
            <a:ext cx="21488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Adjustment proposes a counted balance, requires remarks and approval, then changes stock only when approved.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1097280" y="6108192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confuse “Adjustment” on the report with “SOH Adjustment”: one explains; the other changes stock.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Data quality and automation reduce manual variance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version prevents bad inputs earlier and posts routine activity automatically.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finance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4 • data &amp; automation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975104"/>
            <a:ext cx="1490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57984" y="1901952"/>
            <a:ext cx="4315968" cy="804672"/>
          </a:xfrm>
          <a:prstGeom prst="roundRect">
            <a:avLst>
              <a:gd name="adj" fmla="val 4545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99339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Manual/upload-dependent timing could separate sale date, import date and stock deduction.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01968" y="2176272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59168" y="1901952"/>
            <a:ext cx="4526280" cy="804672"/>
          </a:xfrm>
          <a:prstGeom prst="roundRect">
            <a:avLst>
              <a:gd name="adj" fmla="val 4545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1993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POS arrivals create sync work; sales post automatically and deduct BOM stock using the sale date.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" y="2926080"/>
            <a:ext cx="1490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units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57984" y="2852928"/>
            <a:ext cx="4315968" cy="804672"/>
          </a:xfrm>
          <a:prstGeom prst="roundRect">
            <a:avLst>
              <a:gd name="adj" fmla="val 4545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944368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or contradictory base/alternate units could duplicate rows and distort quantities.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01968" y="3127248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9168" y="2852928"/>
            <a:ext cx="4526280" cy="804672"/>
          </a:xfrm>
          <a:prstGeom prst="roundRect">
            <a:avLst>
              <a:gd name="adj" fmla="val 4545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29443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contradicting an item’s base unit are refused; linked units resolve to one stock balance and one report row.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" y="3877056"/>
            <a:ext cx="1490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57984" y="3803904"/>
            <a:ext cx="4315968" cy="804672"/>
          </a:xfrm>
          <a:prstGeom prst="roundRect">
            <a:avLst>
              <a:gd name="adj" fmla="val 4545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895344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SAP, supplier, POS and BOM records generally required file imports.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01968" y="4078224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9168" y="3803904"/>
            <a:ext cx="4526280" cy="804672"/>
          </a:xfrm>
          <a:prstGeom prst="roundRect">
            <a:avLst>
              <a:gd name="adj" fmla="val 4545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38953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Single-item creation is available; BOM entry validates POS code, item code, UOM and duplicate/repeated lines.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3504" y="4828032"/>
            <a:ext cx="1490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policy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57984" y="4754880"/>
            <a:ext cx="4315968" cy="804672"/>
          </a:xfrm>
          <a:prstGeom prst="roundRect">
            <a:avLst>
              <a:gd name="adj" fmla="val 4545"/>
            </a:avLst>
          </a:prstGeom>
          <a:solidFill>
            <a:srgbClr val="FBE7E2"/>
          </a:solidFill>
          <a:ln w="7620">
            <a:solidFill>
              <a:srgbClr val="F1C7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846320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items had no managed Item Type used consistently in templates and filtering.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01968" y="5029200"/>
            <a:ext cx="310896" cy="256032"/>
          </a:xfrm>
          <a:prstGeom prst="chevron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4754880"/>
            <a:ext cx="4526280" cy="804672"/>
          </a:xfrm>
          <a:prstGeom prst="roundRect">
            <a:avLst>
              <a:gd name="adj" fmla="val 4545"/>
            </a:avLst>
          </a:prstGeom>
          <a:solidFill>
            <a:srgbClr val="DDF2EC"/>
          </a:solidFill>
          <a:ln w="7620">
            <a:solidFill>
              <a:srgbClr val="B9DE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48463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Item Types are backfilled, filterable and supported in import/templates; supplies feed movement logic.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057400" y="5852160"/>
            <a:ext cx="8092440" cy="411480"/>
          </a:xfrm>
          <a:prstGeom prst="roundRect">
            <a:avLst>
              <a:gd name="adj" fmla="val 8889"/>
            </a:avLst>
          </a:prstGeom>
          <a:solidFill>
            <a:srgbClr val="EFF7F4"/>
          </a:solidFill>
          <a:ln w="12700">
            <a:solidFill>
              <a:srgbClr val="EFF7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5971032"/>
            <a:ext cx="7635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objective: prevent inconsistent units and stale sync work before they become stock or variance problems.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Business-rule guardrails introduced or strengthened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rules presenters should state clearly.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finance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4 • guardrails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56232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116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07592" y="19751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date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26080" y="1965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receiving opens on the Delivery Date in Philippine time—not before.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153912" y="1856232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201168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5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9712" y="197510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recognition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58200" y="1965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Final Receive All posts receiving to stock and locks the item list.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21792" y="2843784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EFF7F4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999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07592" y="296265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2953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+ image are mandatory when any quantity is above zero; all-zero is the exception.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53912" y="2843784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EFF7F4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299923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5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9712" y="296265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integrity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2953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already committed, received or rejected cannot be approved/rejected again.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21792" y="3831336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98678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07592" y="39502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readiness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26080" y="394106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unfinished transactions inside the count period hold the template/upload.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153912" y="3831336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986784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5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9712" y="39502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periods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58200" y="394106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Level 2 approval closes dates through the MEC schedule boundary, per store.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21792" y="4818888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EFF7F4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49743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07592" y="4937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roles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926080" y="492861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Adjustment explains; SOH Adjustment corrects stock after approval.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153912" y="4818888"/>
            <a:ext cx="5413248" cy="804672"/>
          </a:xfrm>
          <a:prstGeom prst="roundRect">
            <a:avLst>
              <a:gd name="adj" fmla="val 4545"/>
            </a:avLst>
          </a:prstGeom>
          <a:solidFill>
            <a:srgbClr val="EFF7F4"/>
          </a:solidFill>
          <a:ln w="8890">
            <a:solidFill>
              <a:srgbClr val="CAD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49743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5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39712" y="493776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shortage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458200" y="492861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stock is allowed only when the setting permits it and the approver confirms.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2103120" y="59893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9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these eight rules as the acceptance checklist for process training and UAT.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Who experiences the change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 view for rollout and training.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447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83080" y="1362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&amp; finance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53328" y="13990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4 • stakeholder impact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" y="1847088"/>
            <a:ext cx="1993392" cy="502920"/>
          </a:xfrm>
          <a:prstGeom prst="roundRect">
            <a:avLst>
              <a:gd name="adj" fmla="val 10909"/>
            </a:avLst>
          </a:prstGeom>
          <a:solidFill>
            <a:srgbClr val="102A25"/>
          </a:solidFill>
          <a:ln w="12700">
            <a:solidFill>
              <a:srgbClr val="102A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75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34056" y="1847088"/>
            <a:ext cx="4197096" cy="502920"/>
          </a:xfrm>
          <a:prstGeom prst="roundRect">
            <a:avLst>
              <a:gd name="adj" fmla="val 10909"/>
            </a:avLst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1975104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68312" y="1847088"/>
            <a:ext cx="4517136" cy="502920"/>
          </a:xfrm>
          <a:prstGeom prst="roundRect">
            <a:avLst>
              <a:gd name="adj" fmla="val 10909"/>
            </a:avLst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197510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/ TRAINING EMPHASIS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2487168"/>
            <a:ext cx="199339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6243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34056" y="2487168"/>
            <a:ext cx="4197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25786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Receiving, Zero All, MEC readiness, product/BOM wastage search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068312" y="2487168"/>
            <a:ext cx="451713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new “record vs finalize” distinction and closed-date messages.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03504" y="3154680"/>
            <a:ext cx="1993392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291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34056" y="3154680"/>
            <a:ext cx="4197096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3246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rejection at both levels, wastage negative-stock confirmation, SOH approval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068312" y="3154680"/>
            <a:ext cx="4517136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irreversible/final actions and reason requirements.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03504" y="3822192"/>
            <a:ext cx="199339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9593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inventory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34056" y="3822192"/>
            <a:ext cx="4197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3913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movement/variance reports, drill-down, exports, adjustments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068312" y="3822192"/>
            <a:ext cx="451713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report Adjustment for explanation; use SOH Adjustment for correction.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03504" y="4489704"/>
            <a:ext cx="1993392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46268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Master-data team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34056" y="4489704"/>
            <a:ext cx="4197096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9504" y="45811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types, UOM validation, single-item creation, repeated BOM review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7068312" y="4489704"/>
            <a:ext cx="4517136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4581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base-unit contradictions before import or use.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03504" y="5157216"/>
            <a:ext cx="1993392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529437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34056" y="5157216"/>
            <a:ext cx="419709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9504" y="52486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permissions, live-store bulk assignment, change log visibility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7068312" y="5157216"/>
            <a:ext cx="4517136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52486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role permissions and store assignments before rollout.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603504" y="5824728"/>
            <a:ext cx="1993392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" y="59618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34056" y="5824728"/>
            <a:ext cx="4197096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9504" y="59161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Success-rate coverage and go-live-only adoption population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7068312" y="5824728"/>
            <a:ext cx="4517136" cy="566928"/>
          </a:xfrm>
          <a:prstGeom prst="roundRect">
            <a:avLst>
              <a:gd name="adj" fmla="val 4839"/>
            </a:avLst>
          </a:prstGeom>
          <a:solidFill>
            <a:srgbClr val="EFF7F4"/>
          </a:solidFill>
          <a:ln w="6350">
            <a:solidFill>
              <a:srgbClr val="CAD8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5916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changed dashboard denominators and more complete Helpdesk ticket counts.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presentation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main story with targeted backup.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91056"/>
            <a:ext cx="5340096" cy="1572768"/>
          </a:xfrm>
          <a:prstGeom prst="roundRect">
            <a:avLst>
              <a:gd name="adj" fmla="val 4651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92224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562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180136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with Option 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2359152"/>
            <a:ext cx="4901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slides 4–5 to establish the five outcomes and the before/now headline.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0488" y="1591056"/>
            <a:ext cx="5340096" cy="1572768"/>
          </a:xfrm>
          <a:prstGeom prst="roundRect">
            <a:avLst>
              <a:gd name="adj" fmla="val 4651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792224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8562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0296" y="180136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one process deep dive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9944" y="2359152"/>
            <a:ext cx="4901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Receiving (8), MEC (9), or Wastage (10) based on the audience.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547872"/>
            <a:ext cx="5340096" cy="1572768"/>
          </a:xfrm>
          <a:prstGeom prst="roundRect">
            <a:avLst>
              <a:gd name="adj" fmla="val 4651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749040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813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8176" y="375818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on controls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" y="4315968"/>
            <a:ext cx="4901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slide 13 to confirm the eight business rules that must be understood.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3547872"/>
            <a:ext cx="5340096" cy="1572768"/>
          </a:xfrm>
          <a:prstGeom prst="roundRect">
            <a:avLst>
              <a:gd name="adj" fmla="val 4651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1656" y="3749040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813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0296" y="375818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detail as appendix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9944" y="4315968"/>
            <a:ext cx="4901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reporting, data and stakeholder slides only when questions require them.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93392" y="5641848"/>
            <a:ext cx="8211312" cy="566928"/>
          </a:xfrm>
          <a:prstGeom prst="roundRect">
            <a:avLst>
              <a:gd name="adj" fmla="val 6452"/>
            </a:avLst>
          </a:prstGeom>
          <a:solidFill>
            <a:srgbClr val="FFF0D8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5833872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5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default deck: 1 → 2 → 4 → 5 → one of 8/9/10 → 13 → 15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Scope, source and interpretation notes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auditability and future refreshes.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572768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DDF2EC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73936"/>
            <a:ext cx="420624" cy="420624"/>
          </a:xfrm>
          <a:prstGeom prst="ellipse">
            <a:avLst/>
          </a:prstGeom>
          <a:solidFill>
            <a:srgbClr val="126E5A"/>
          </a:solidFill>
          <a:ln w="12700">
            <a:solidFill>
              <a:srgbClr val="126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379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40864"/>
            <a:ext cx="296265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User-facing Change Log in resources/js/Pages/ChangeLog/entries.js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Repository history on master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HEAD: 7e2439b (08 Oct 2026)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Previous baseline: e1dc703 (15 Sep 2026), the latest commit before 18 Sep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82 entries, 65 commits, 309 changed files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72768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E7F0F7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773936"/>
            <a:ext cx="420624" cy="420624"/>
          </a:xfrm>
          <a:prstGeom prst="ellipse">
            <a:avLst/>
          </a:prstGeom>
          <a:solidFill>
            <a:srgbClr val="315B7D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8379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38928" y="1783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items were grouped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2340864"/>
            <a:ext cx="296265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Change Log entries were consolidated into business capabilities: Receiving, Month End Count, Reporting, Wastage, Data/Automation and Governance.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favors final rules as of 08 Oct. Short-lived intermediate behavior—such as the temporary SAP Masterlist tab in Add Unlisted Item—is not presented as the current process.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FFF0D8"/>
          </a:solidFill>
          <a:ln w="10160">
            <a:solidFill>
              <a:srgbClr val="CAD8D4"/>
            </a:solidFill>
            <a:prstDash val="solid"/>
          </a:ln>
          <a:effectLst>
            <a:outerShdw sx="100000" sy="100000" kx="0" ky="0" algn="bl" rotWithShape="0" blurRad="12700" dist="50800" dir="2700000">
              <a:srgbClr val="A7BBB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773936"/>
            <a:ext cx="420624" cy="420624"/>
          </a:xfrm>
          <a:prstGeom prst="ellipse">
            <a:avLst/>
          </a:prstGeom>
          <a:solidFill>
            <a:srgbClr val="E79A2F"/>
          </a:solidFill>
          <a:ln w="12700">
            <a:solidFill>
              <a:srgbClr val="E79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18379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06256" y="178308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definitions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75904" y="2340864"/>
            <a:ext cx="296265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means changes dated 18 Sep through 08 Oct 2026, inclusive.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means the application state before 18 Sep 2026.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“Adjustment” in Inventory Movement explains a variance only.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“SOH Adjustment” changes stock only after approval.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F7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and receiving dates follow Philippine time where specified.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623620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rule: rerun the comparison from the same baseline and update the “as of” date when new Change Log entries are added.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C7A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DAVID — Current vs Previous Version</dc:title>
  <dc:subject>DAVID application feature and business-rule comparison</dc:subject>
  <dc:creator>TAS / Hermes Agent</dc:creator>
  <cp:lastModifiedBy>TAS / Hermes Agent</cp:lastModifiedBy>
  <cp:revision>1</cp:revision>
  <dcterms:created xsi:type="dcterms:W3CDTF">2026-10-08T08:21:59Z</dcterms:created>
  <dcterms:modified xsi:type="dcterms:W3CDTF">2026-10-08T08:21:59Z</dcterms:modified>
</cp:coreProperties>
</file>